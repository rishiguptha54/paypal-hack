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1463040" cy="73152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DisputeDesk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B8D4F5"/>
                </a:solidFill>
                <a:latin typeface="Calibri"/>
              </a:rPr>
              <a:t>An AI case-builder for PayPal disputes: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B8D4F5"/>
                </a:solidFill>
                <a:latin typeface="Calibri"/>
              </a:rPr>
              <a:t>the agent gathers evidence, code checks every claim, the seller approves, PayPal decides.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A8C8"/>
                </a:solidFill>
                <a:latin typeface="Calibri"/>
              </a:rPr>
              <a:t>PayPal AI Hackathon 2026  |  Team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Small online sellers lose disputes they should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DisputeDesk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B1F3A"/>
                </a:solidFill>
                <a:latin typeface="Calibri"/>
              </a:rPr>
              <a:t>When a buyer opens a PayPal dispute, the seller must reply before a deadline with evidence that matches the dispute reason. Small sellers rarely have the time or process to do this 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5440680" cy="13258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82296" cy="132588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Evidence is scattered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5074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Order in the store, tracking at the courier, chat in the inbox, product text on the listing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40280"/>
            <a:ext cx="5440680" cy="13258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240280"/>
            <a:ext cx="82296" cy="132588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Deadlines are tight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5074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Up to 20 days to settle with the buyer; after escalation PayPal reviews evidence and decides within about 10 days.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440680" cy="13258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82296" cy="132588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Wrong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5074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Each reason (item not received vs. not as described) needs different proof. Generic replies are weak.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703320"/>
            <a:ext cx="5440680" cy="13258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82296" cy="132588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Refund by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074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Without time to build a case, sellers simply refund and lose the sale, the item and the fees.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10607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Target user: solo or small-team online sellers (1-10 people) taking PayPal payments.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Persona: Maya runs Tiny Candle Co. with 2 staff. Each dispute takes her hours of manual digging.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An AI agent builds the case; deterministic code verifies it; the seller decides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DisputeDesk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B1F3A"/>
                </a:solidFill>
                <a:latin typeface="Calibri"/>
              </a:rPr>
              <a:t>When a dispute opens, DisputeDesk gathers the evidence that matches the dispute reason, drafts a response where every fact is cited, flags missing proof, recommends fight or refund, and submits through PayPal after approval.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66160" cy="2240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82296" cy="224028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Agent gathers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Tool calls pull the dispute, order, shipment tracking, customer messages and listing snapshot into one case 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286000"/>
            <a:ext cx="3566160" cy="2240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286000"/>
            <a:ext cx="82296" cy="22402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3774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8E5A"/>
                </a:solidFill>
                <a:latin typeface="Calibri"/>
              </a:rPr>
              <a:t>Code verifies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8346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Playbooks define required evidence per reason. A citation checker rejects any number, date or tracking ID not found in the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286000"/>
            <a:ext cx="3566160" cy="224028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2286000"/>
            <a:ext cx="82296" cy="224028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3774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Seller approves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346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Submitting evidence, refunding or making an offer needs explicit approval bound to a hash of the exact submission.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0E0"/>
                </a:solidFill>
                <a:latin typeface="Calibri"/>
              </a:rPr>
              <a:t>What makes it different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Works on the merchant side of PayPal's dispute process, using the Disputes API end to end.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No hallucinated evidence: an uncited claim blocks submission. Buyer text is treated as data, never as instructions.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Full sandbox lifecycle in the demo: dispute opens, evidence submitted, PayPal decision simulated.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3. 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TypeScript end to end, with PayPal and the LLM behind server-side adapters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DisputeDesk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371600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71600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React 18 + TypeScript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75104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75104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Dispute console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975104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975104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AG Grid: queue, deadlines, grouping, case detail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78608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78608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578608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578608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Node.js + Express + TypeScript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82112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82112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AI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182112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182112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LLM with tool calling, behind an adapter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85616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85616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3785616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785616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Zod schemas (CaseFile, webhook payloads)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89120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89120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Payments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4389120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4389120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PayPal Orders, Tracking, Disputes, Webhooks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92624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92624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992624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4992624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Postgres: cases, evidence, approvals, 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96128"/>
            <a:ext cx="2103120" cy="512064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96128"/>
            <a:ext cx="1920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Hosting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5596128"/>
            <a:ext cx="3931920" cy="51206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5596128"/>
            <a:ext cx="374903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Render: web service, static site, Postgres, cron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13258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Server layers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1783080"/>
            <a:ext cx="4663440" cy="7498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49440" y="1783080"/>
            <a:ext cx="73152" cy="74980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0" y="180136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0E0"/>
                </a:solidFill>
                <a:latin typeface="Calibri"/>
              </a:rPr>
              <a:t>routes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2112264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1F3A"/>
                </a:solidFill>
                <a:latin typeface="Calibri"/>
              </a:rPr>
              <a:t>shop, webhooks, disputes, cases, admin (sandbox only)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2651760"/>
            <a:ext cx="4663440" cy="7498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0" y="2651760"/>
            <a:ext cx="73152" cy="74980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267004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70E0"/>
                </a:solidFill>
                <a:latin typeface="Calibri"/>
              </a:rPr>
              <a:t>services/paypal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980944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1F3A"/>
                </a:solidFill>
                <a:latin typeface="Calibri"/>
              </a:rPr>
              <a:t>OAuth, orders, tracking, disputes, webhook verify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3520439"/>
            <a:ext cx="4663440" cy="7498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49440" y="3520439"/>
            <a:ext cx="73152" cy="7498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53872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8E5A"/>
                </a:solidFill>
                <a:latin typeface="Calibri"/>
              </a:rPr>
              <a:t>services/agent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3849624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1F3A"/>
                </a:solidFill>
                <a:latin typeface="Calibri"/>
              </a:rPr>
              <a:t>case builder (LLM + tools), draft writer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389120"/>
            <a:ext cx="4663440" cy="7498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49440" y="4389120"/>
            <a:ext cx="73152" cy="7498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440740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8E5A"/>
                </a:solidFill>
                <a:latin typeface="Calibri"/>
              </a:rPr>
              <a:t>services/policy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4718304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1F3A"/>
                </a:solidFill>
                <a:latin typeface="Calibri"/>
              </a:rPr>
              <a:t>playbooks, completeness, citation verifier, fight-or-refund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5257800"/>
            <a:ext cx="4663440" cy="7498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49440" y="5257800"/>
            <a:ext cx="73152" cy="749808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0" y="527608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77C0A"/>
                </a:solidFill>
                <a:latin typeface="Calibri"/>
              </a:rPr>
              <a:t>services/audit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586984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1F3A"/>
                </a:solidFill>
                <a:latin typeface="Calibri"/>
              </a:rPr>
              <a:t>append-only events for every state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4. How the Solution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Live demo flow in PayPal Sandbox, under three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DisputeDesk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 Dispute opens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0195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PayPal webhook (signature verified) or polling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37160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37160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3716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 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90195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Disputes API + linked order via Orders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137160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5" y="137160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5" y="13716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 Playbook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190195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Required evidence for the dispute reason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37160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3" y="137160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3" y="13716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 Gather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1" y="190195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Agent tools: order, tracking, messages, listing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6324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06324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6324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9359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Completeness score + citation checker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306324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306324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306324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6 Recommend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359359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Fight, offer or accept, with rule codes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5" y="306324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5" y="306324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5" y="306324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7 Approve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3" y="359359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Seller signs the exact submission (hash)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0263" y="3063240"/>
            <a:ext cx="2651760" cy="14630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70263" y="306324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61703" y="306324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8 Submit + 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1" y="359359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provide-evidence, then sandbox adjudicate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46320"/>
            <a:ext cx="11064240" cy="1600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8920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D4F5"/>
                </a:solidFill>
                <a:latin typeface="Calibri"/>
              </a:rPr>
              <a:t>Guardrails shown in the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257800"/>
            <a:ext cx="5303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Case missing tracking: submission blocked, seller asked to upload.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Draft with an uncited date: rejected and highlighted.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Buyer message with injected instructions: treated as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892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D4F5"/>
                </a:solidFill>
                <a:latin typeface="Calibri"/>
              </a:rPr>
              <a:t>Reliability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2578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Backend-only state machine with audit event per transition.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PayPal-Request-Id for idempotency; webhooks de-duplicated.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Edits after approval invalidate the approval hash.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5. Sponsor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Each tool solves a real product need; the core flow never depends on optional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DisputeDesk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82296" cy="126187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8E5A"/>
                </a:solidFill>
                <a:latin typeface="Calibri"/>
              </a:rPr>
              <a:t>AG Grid  (core, prize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Dispute console: deadline countdowns, status badges, grouping by reason, expandable case files, outcomes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82296" cy="126187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8E5A"/>
                </a:solidFill>
                <a:latin typeface="Calibri"/>
              </a:rPr>
              <a:t>Render  (core)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Hosts the web service, static site and Postgres. Cron runs deadline reminders and the polling fallback.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82296" cy="1261872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346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KERNEL  (P1)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918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Cloud browser captures the seller's listing page as dated, hashed evidence for not-as-described disputes.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7432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743200"/>
            <a:ext cx="82296" cy="1261872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Elastic  (P2)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Semantic search over customer message history to find delivery confirmations and buyer statements.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82296" cy="1261872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062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Zapier  (P2)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Imports customer messages from a real mailbox into the case.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114800"/>
            <a:ext cx="544068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556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60520"/>
            <a:ext cx="5120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Calibri"/>
              </a:rPr>
              <a:t>Not used: APIMatic, Astropods, Bryntum, Channel3, Postman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Calibri"/>
              </a:rPr>
              <a:t>No real product need in a seller dispute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PayPal capabilities: Orders, Order Tracking, Webhooks, Disputes (read + act), sandbox dispute simulation, Refunds.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Optional: PayPal Agent Toolkit / MCP to expose the case-building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6.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Two people, three weeks, a narrow P0 scope with a Day-1 go/no-go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DisputeDesk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20574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82296" cy="20574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Technical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Uses documented PayPal Disputes operations. P0 covers only two reasons: item not received and not as described. Playbooks are version-controlled JSON.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440680" cy="20574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82296" cy="20574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Delivery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Day-1 gate: open, advance and adjudicate a sandbox dispute with raw API calls. If it fails by 23 Oct, switch to the fallback idea (PayablesGuard).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5440680" cy="20574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82296" cy="20574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AI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Schema-validated output, citation checker, completeness computed by code, untrusted buyer text, human approval for every PayPal 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5440680" cy="20574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66160"/>
            <a:ext cx="82296" cy="20574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Security &amp;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Webhook signatures verified, secrets server-side, private evidence storage, rate limits. Tests for bad signatures, uncited facts and hash mismatch.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77C0A"/>
                </a:solidFill>
                <a:latin typeface="Calibri"/>
              </a:rPr>
              <a:t>Honest limits: sandbox only. The PayPal decision is simulated with adjudicate, so a sandbox 'win' does not prove a higher real win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7. Future Enhancements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DisputeDesk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70E0"/>
                </a:solidFill>
                <a:latin typeface="Calibri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More dispute reasons: billing errors, duplicates, unauthorized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Prevention mode: flag untracked or late shipments before disputes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Fight-or-refund advisor with partial-refund offers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KERNEL listing snapshots as timestamped evidence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Elastic search across all buyer conversations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Chargeback support and appeal workflow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Measured evaluation on 10+ labelled sandbox disputes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303520" cy="4937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Disputes cost small sellers time and money, and many lose because their evidence is scattered.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DisputeDesk builds an evidence-backed case automatically, rejects any claim it cannot prove, and lets the seller decide.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PayPal is the core: disputes are received, answered and resolved through PayPal's own APIs.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Small sellers keep the money they are owed.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