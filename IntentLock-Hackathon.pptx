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880360"/>
            <a:ext cx="1463040" cy="73152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6000" b="1">
                <a:solidFill>
                  <a:srgbClr val="FFFFFF"/>
                </a:solidFill>
                <a:latin typeface="Calibri"/>
              </a:rPr>
              <a:t>IntentLock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400" b="0">
                <a:solidFill>
                  <a:srgbClr val="B8D4F5"/>
                </a:solidFill>
                <a:latin typeface="Calibri"/>
              </a:rPr>
              <a:t>A policy-governed AI procurement agent:</a:t>
            </a:r>
          </a:p>
          <a:p>
            <a:pPr algn="l">
              <a:spcAft>
                <a:spcPts val="600"/>
              </a:spcAft>
            </a:pPr>
            <a:r>
              <a:rPr sz="2400" b="0">
                <a:solidFill>
                  <a:srgbClr val="B8D4F5"/>
                </a:solidFill>
                <a:latin typeface="Calibri"/>
              </a:rPr>
              <a:t>AI interprets, code enforces, humans approve, PayPal pays.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52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8FA8C8"/>
                </a:solidFill>
                <a:latin typeface="Calibri"/>
              </a:rPr>
              <a:t>PayPal AI Hackathon 2026  |  Team submission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1. 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Delegating a purchase to AI creates a control problem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IntentLock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B1F3A"/>
                </a:solidFill>
                <a:latin typeface="Calibri"/>
              </a:rPr>
              <a:t>AI can cut product research time, but an agent given purchasing power can act outside the owner's intent.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468880"/>
            <a:ext cx="544068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468880"/>
            <a:ext cx="82296" cy="128016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Wrong item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01752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Misreads the request and picks an incompatible or incorrect product.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2468880"/>
            <a:ext cx="544068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2468880"/>
            <a:ext cx="82296" cy="128016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5603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Over budget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01752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Exceeds the maximum total the owner authorized.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886200"/>
            <a:ext cx="544068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886200"/>
            <a:ext cx="82296" cy="128016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Unapproved seller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Buys from a merchant the owner never trusted.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3886200"/>
            <a:ext cx="5440680" cy="128016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3886200"/>
            <a:ext cx="82296" cy="128016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3977639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Hidden commitments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434840"/>
            <a:ext cx="50749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Accepts subscriptions or recurring charges nobody asked for.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94960"/>
            <a:ext cx="11064240" cy="96012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40680"/>
            <a:ext cx="106070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Target user: small-business owners and team leads who buy routine items.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FFFFFF"/>
                </a:solidFill>
                <a:latin typeface="Calibri"/>
              </a:rPr>
              <a:t>Gap: there is no transparent, testable boundary between an AI recommendation and a payment action.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2. Proposed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Separate AI interpretation from rule enforcement and payment approval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IntentLock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0B1F3A"/>
                </a:solidFill>
                <a:latin typeface="Calibri"/>
              </a:rPr>
              <a:t>IntentLock turns a purchase request into explicit rules, blocks offers that break them, requires human approval, completes an approved PayPal Sandbox checkout, and records an auditable receipt.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77440"/>
            <a:ext cx="3566160" cy="2286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377440"/>
            <a:ext cx="82296" cy="22860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468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AI interprets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9260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The model converts natural language into a schema-validated PurchaseIntent. Unclear requests trigger clarification, never guesses.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79" y="2377440"/>
            <a:ext cx="3566160" cy="2286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97679" y="2377440"/>
            <a:ext cx="82296" cy="22860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79" y="2468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8E5A"/>
                </a:solidFill>
                <a:latin typeface="Calibri"/>
              </a:rPr>
              <a:t>Code enforces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79" y="29260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A deterministic, unit-tested policy engine checks budget, vendor, quantity and recurring rules. Every result has reason codes.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6719" y="2377440"/>
            <a:ext cx="3566160" cy="228600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2377440"/>
            <a:ext cx="82296" cy="2286000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75319" y="246888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Human approves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19" y="2926080"/>
            <a:ext cx="3200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No capture happens without explicit buyer approval. LLM text can never authorize a payment.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892040"/>
            <a:ext cx="11064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070E0"/>
                </a:solidFill>
                <a:latin typeface="Calibri"/>
              </a:rPr>
              <a:t>What makes it different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5303520"/>
            <a:ext cx="110642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Intent-to-payment audit trail: request, rules, offer considered, allow/block reason, approval, PayPal order status.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Blocked and allowed offers are both explained, so the decision is visible without reading source code.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3.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Typed end to end, with runtime validation at every trust boundary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IntentLock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Frontend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37160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74720" y="137160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React 18 + TypeScript + Vite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2024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192024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UI data grid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92024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74720" y="192024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AG Grid Community (audit ledger)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46888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46888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Backend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91840" y="246888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246888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Node.js + Express + TypeScript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301752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01752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AI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91840" y="301752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474720" y="301752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LLM behind a small adapter interface (intent parsing, explanations)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56616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356616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Product discovery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91840" y="356616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74720" y="356616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Channel3 search API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411480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411480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Payments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411480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474720" y="411480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PayPal Orders API / Checkout (Sandbox)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6344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" y="466344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Validation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91840" y="466344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74720" y="466344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Zod runtime schemas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21208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521208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Persistence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91840" y="521208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74720" y="521208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Durable database for hosted demo (audit events, decisions)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760720"/>
            <a:ext cx="2743200" cy="475488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" y="5760720"/>
            <a:ext cx="25603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Hosting / docs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5760720"/>
            <a:ext cx="8321040" cy="475488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5760720"/>
            <a:ext cx="8046720" cy="47548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Render static site + web service; OpenAPI (APIMatic optional)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4. How the Solution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Demo flow, under three minutes, run live in PayPal Sandbox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IntentLock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1 Request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194767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User types a purchase with limits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5848" y="141732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55848" y="141732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47288" y="14173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2 Interpret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65576" y="194767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AI returns validated intent JSON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63055" y="141732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63055" y="141732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54495" y="14173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3 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2783" y="194767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Backend queries Channel3, snapshots offers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970263" y="141732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70263" y="1417320"/>
            <a:ext cx="2651760" cy="45720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61703" y="141732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4 Evaluate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79991" y="194767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Policy engine allows or blocks each offer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15468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15468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31546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5 Approve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368503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User picks an allowed offer and confirms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55848" y="315468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355848" y="315468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447288" y="31546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6 Checkout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65576" y="368503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PayPal Sandbox order approved by payer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5" y="315468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63055" y="315468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54495" y="31546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7 Capture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3" y="368503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Backend captures, verifies status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70263" y="3154680"/>
            <a:ext cx="2651760" cy="1508760"/>
          </a:xfrm>
          <a:prstGeom prst="round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8970263" y="3154680"/>
            <a:ext cx="2651760" cy="457200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61703" y="3154680"/>
            <a:ext cx="24688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8 Audit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79991" y="3685032"/>
            <a:ext cx="24688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Receipt shown in AG Grid ledger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48640" y="5029200"/>
            <a:ext cx="11064240" cy="13716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074920"/>
            <a:ext cx="1060704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Demo highlights: a blocked offer with a specific rule reason, then an allowed offer approved and paid.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Server re-checks policy at capture, recomputes totals from trusted snapshots, and ignores client-sent totals or status.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Idempotent capture prevents duplicate payments on retries.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5. Sponsor Tools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Each integration has a real product purpose; the core flow does not depend on optional ones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IntentLock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82296" cy="126187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8E5A"/>
                </a:solidFill>
                <a:latin typeface="Calibri"/>
              </a:rPr>
              <a:t>Channel3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Core. Product search and merchant offers feed the policy engine. Discovery only, not checkout.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82296" cy="126187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8E5A"/>
                </a:solidFill>
                <a:latin typeface="Calibri"/>
              </a:rPr>
              <a:t>AG Grid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Core. Audit ledger with sort, filter and a receipt detail panel.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7432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2743200"/>
            <a:ext cx="82296" cy="1261872"/>
          </a:xfrm>
          <a:prstGeom prst="rect">
            <a:avLst/>
          </a:prstGeom>
          <a:solidFill>
            <a:srgbClr val="1E8E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28346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1E8E5A"/>
                </a:solidFill>
                <a:latin typeface="Calibri"/>
              </a:rPr>
              <a:t>Render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2918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Core. Hosts the static frontend and Express backend for the public demo.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27432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2743200"/>
            <a:ext cx="82296" cy="1261872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8346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APIMatic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32918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Optional. Validate OpenAPI contract, generate client or docs portal.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114800"/>
            <a:ext cx="5440680" cy="1261872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4114800"/>
            <a:ext cx="82296" cy="1261872"/>
          </a:xfrm>
          <a:prstGeom prst="rect">
            <a:avLst/>
          </a:prstGeom>
          <a:solidFill>
            <a:srgbClr val="C77C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2062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C77C0A"/>
                </a:solidFill>
                <a:latin typeface="Calibri"/>
              </a:rPr>
              <a:t>Bryntum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663440"/>
            <a:ext cx="5074920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0B1F3A"/>
                </a:solidFill>
                <a:latin typeface="Calibri"/>
              </a:rPr>
              <a:t>Stretch. Procurement calendar for deadlines and delivery, only if the MVP is done.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72200" y="4114800"/>
            <a:ext cx="5440680" cy="1261872"/>
          </a:xfrm>
          <a:prstGeom prst="rect">
            <a:avLst/>
          </a:prstGeom>
          <a:solidFill>
            <a:srgbClr val="FFFFFF"/>
          </a:solidFill>
          <a:ln>
            <a:solidFill>
              <a:srgbClr val="55607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55080" y="4160520"/>
            <a:ext cx="512064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Calibri"/>
              </a:rPr>
              <a:t>Not used: Astropods, Elastic, KERNEL, Postman, Zapier</a:t>
            </a:r>
          </a:p>
          <a:p>
            <a:pPr algn="l">
              <a:spcAft>
                <a:spcPts val="600"/>
              </a:spcAft>
            </a:pPr>
            <a:r>
              <a:rPr sz="1400" b="0">
                <a:solidFill>
                  <a:srgbClr val="556070"/>
                </a:solidFill>
                <a:latin typeface="Calibri"/>
              </a:rPr>
              <a:t>Left out on purpose to keep the MVP focused.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5623560"/>
            <a:ext cx="11064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B1F3A"/>
                </a:solidFill>
                <a:latin typeface="Calibri"/>
              </a:rPr>
              <a:t>Priority order: Channel3 &gt; AG Grid &gt; Render &gt; APIMatic &gt; Bryntum. PayPal Sandbox and the AI model remain the central pieces.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6. Feasibility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58368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B8D4F5"/>
                </a:solidFill>
                <a:latin typeface="Calibri"/>
              </a:rPr>
              <a:t>A narrow, testable MVP built on documented APIs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IntentLock  |  PayPal AI 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371600"/>
            <a:ext cx="544068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371600"/>
            <a:ext cx="82296" cy="21031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Technical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507492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Standard web stack. PayPal Orders create and capture is well-documented. Build a thin PayPal slice first, then add AI, search and policy.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371600"/>
            <a:ext cx="544068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371600"/>
            <a:ext cx="82296" cy="21031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6304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Risk control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920240"/>
            <a:ext cx="507492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Channel3 and AI calls sit behind adapters and are mocked in tests. Unknown product fields are marked NEEDS_REVIEW, never auto-allowed.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611880"/>
            <a:ext cx="544068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3611880"/>
            <a:ext cx="82296" cy="21031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7033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Security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160520"/>
            <a:ext cx="507492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Secrets stay server-side. Policy runs server-side. Product text is untrusted. Capture is idempotent and verified with PayPal.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72200" y="3611880"/>
            <a:ext cx="5440680" cy="2103120"/>
          </a:xfrm>
          <a:prstGeom prst="rect">
            <a:avLst/>
          </a:prstGeom>
          <a:solidFill>
            <a:srgbClr val="EEF4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72200" y="3611880"/>
            <a:ext cx="82296" cy="21031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703320"/>
            <a:ext cx="5074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1">
                <a:solidFill>
                  <a:srgbClr val="0070E0"/>
                </a:solidFill>
                <a:latin typeface="Calibri"/>
              </a:rPr>
              <a:t>Quality gates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160520"/>
            <a:ext cx="5074920" cy="14630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0B1F3A"/>
                </a:solidFill>
                <a:latin typeface="Calibri"/>
              </a:rPr>
              <a:t>Unit tests for policy and state transitions; integration tests for PayPal and search; end-to-end demo path from a clean setup.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5897880"/>
            <a:ext cx="11064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77C0A"/>
                </a:solidFill>
                <a:latin typeface="Calibri"/>
              </a:rPr>
              <a:t>Honest limits: Sandbox only, no real money, Channel3 used for discovery only (merchant checkout not yet available).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7. Future Enhancements &amp;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70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6556248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IntentLock  |  PayPal AI Hackathon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556248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5486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070E0"/>
                </a:solidFill>
                <a:latin typeface="Calibri"/>
              </a:rPr>
              <a:t>Future enhancements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828800"/>
            <a:ext cx="539496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Real merchant checkout once Channel3 access is available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Team approval chains and spend limits per role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Bryntum procurement calendar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APIMatic generated SDK and developer portal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Recurring-purchase policies with renewal alerts</a:t>
            </a:r>
          </a:p>
          <a:p>
            <a:pPr algn="l">
              <a:spcAft>
                <a:spcPts val="600"/>
              </a:spcAft>
            </a:pPr>
            <a:r>
              <a:rPr sz="1500" b="0">
                <a:solidFill>
                  <a:srgbClr val="0B1F3A"/>
                </a:solidFill>
                <a:latin typeface="Calibri"/>
              </a:rPr>
              <a:t>PayPal agentic commerce services after onboarding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325880"/>
            <a:ext cx="5303520" cy="493776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37960" y="141732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FFFFFF"/>
                </a:solidFill>
                <a:latin typeface="Calibri"/>
              </a:rPr>
              <a:t>Conclusion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1965960"/>
            <a:ext cx="48463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IntentLock lets owners delegate product research without giving up control of spending.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AI proposes, deterministic rules decide, a human approves, PayPal completes the payment.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Every decision leaves an audit receipt that anyone can inspect.</a:t>
            </a:r>
          </a:p>
          <a:p>
            <a:pPr algn="l">
              <a:spcAft>
                <a:spcPts val="600"/>
              </a:spcAft>
            </a:pPr>
            <a:r>
              <a:rPr sz="1600" b="0">
                <a:solidFill>
                  <a:srgbClr val="FFFFFF"/>
                </a:solidFill>
                <a:latin typeface="Calibri"/>
              </a:rPr>
              <a:t>Trustworthy agentic commerce starts with enforceable intent.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